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GESTÃO DE TRÁFEGO PAGO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Wallace Ferreira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65760" y="21031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</a:rPr>
              <a:t>Especialista em Tráfego Pago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</a:rPr>
              <a:t>&amp; Performance Marketing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063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EB6"/>
                </a:solidFill>
              </a:rPr>
              <a:t>Google Ads · Meta Ads · GA4 · GTM · IA Aplicada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703320"/>
            <a:ext cx="1554480" cy="868680"/>
          </a:xfrm>
          <a:prstGeom prst="rect">
            <a:avLst>
              <a:gd name="adj" fmla="val 8421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749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R$1,6M+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41330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por mês em mídia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554480" cy="868680"/>
          </a:xfrm>
          <a:prstGeom prst="rect">
            <a:avLst>
              <a:gd name="adj" fmla="val 8421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3749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ROAS 35x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57400" y="41330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recorde alcançado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49040" y="3703320"/>
            <a:ext cx="1554480" cy="868680"/>
          </a:xfrm>
          <a:prstGeom prst="rect">
            <a:avLst>
              <a:gd name="adj" fmla="val 8421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749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41330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contas ativas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40680" y="3703320"/>
            <a:ext cx="1554480" cy="868680"/>
          </a:xfrm>
          <a:prstGeom prst="rect">
            <a:avLst>
              <a:gd name="adj" fmla="val 8421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3749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4+ anos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40680" y="41330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94A3B8"/>
                </a:solidFill>
              </a:rPr>
              <a:t>de experiência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4846320"/>
            <a:ext cx="2011680" cy="475488"/>
          </a:xfrm>
          <a:prstGeom prst="rect">
            <a:avLst>
              <a:gd name="adj" fmla="val 19231"/>
            </a:avLst>
          </a:prstGeom>
          <a:solidFill>
            <a:srgbClr val="00AEB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846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Falar no WhatsApp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4846320"/>
            <a:ext cx="2011680" cy="475488"/>
          </a:xfrm>
          <a:prstGeom prst="rect">
            <a:avLst>
              <a:gd name="adj" fmla="val 19231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4846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Ver Cases de Sucesso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0" y="457200"/>
            <a:ext cx="338328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SOBRE MIM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293B"/>
                </a:solidFill>
              </a:rPr>
              <a:t>De resultados reais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E293B"/>
                </a:solidFill>
              </a:rPr>
              <a:t>para negócios reais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583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Profissional de marketing digital com mais de 4 anos de experiência em gestão de tráfego pago, especializado em Google Ads, Meta Ads e estratégias de performance.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Já gerenciei mais de R$1,6 milhões em mídia paga mensalmente, trabalhando com e-commerces, lançamentos digitais, empresas B2B e prestadores de serviços.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1554480" cy="365760"/>
          </a:xfrm>
          <a:prstGeom prst="rect">
            <a:avLst>
              <a:gd name="adj" fmla="val 25000"/>
            </a:avLst>
          </a:prstGeom>
          <a:solidFill>
            <a:srgbClr val="E0F7F8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B6"/>
                </a:solidFill>
              </a:rPr>
              <a:t>Google Ads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4434840"/>
            <a:ext cx="1554480" cy="365760"/>
          </a:xfrm>
          <a:prstGeom prst="rect">
            <a:avLst>
              <a:gd name="adj" fmla="val 25000"/>
            </a:avLst>
          </a:prstGeom>
          <a:solidFill>
            <a:srgbClr val="E0F7F8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B6"/>
                </a:solidFill>
              </a:rPr>
              <a:t>Meta Ads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4434840"/>
            <a:ext cx="1554480" cy="365760"/>
          </a:xfrm>
          <a:prstGeom prst="rect">
            <a:avLst>
              <a:gd name="adj" fmla="val 25000"/>
            </a:avLst>
          </a:prstGeom>
          <a:solidFill>
            <a:srgbClr val="E0F7F8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B6"/>
                </a:solidFill>
              </a:rPr>
              <a:t>GA4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4434840"/>
            <a:ext cx="1554480" cy="365760"/>
          </a:xfrm>
          <a:prstGeom prst="rect">
            <a:avLst>
              <a:gd name="adj" fmla="val 25000"/>
            </a:avLst>
          </a:prstGeom>
          <a:solidFill>
            <a:srgbClr val="E0F7F8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4434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B6"/>
                </a:solidFill>
              </a:rPr>
              <a:t>GTM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937760"/>
            <a:ext cx="1554480" cy="365760"/>
          </a:xfrm>
          <a:prstGeom prst="rect">
            <a:avLst>
              <a:gd name="adj" fmla="val 25000"/>
            </a:avLst>
          </a:prstGeom>
          <a:solidFill>
            <a:srgbClr val="E0F7F8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B6"/>
                </a:solidFill>
              </a:rPr>
              <a:t>IA Aplicada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8840" y="4937760"/>
            <a:ext cx="1554480" cy="365760"/>
          </a:xfrm>
          <a:prstGeom prst="rect">
            <a:avLst>
              <a:gd name="adj" fmla="val 25000"/>
            </a:avLst>
          </a:prstGeom>
          <a:solidFill>
            <a:srgbClr val="E0F7F8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B6"/>
                </a:solidFill>
              </a:rPr>
              <a:t>E-commerce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0" y="4937760"/>
            <a:ext cx="1554480" cy="365760"/>
          </a:xfrm>
          <a:prstGeom prst="rect">
            <a:avLst>
              <a:gd name="adj" fmla="val 25000"/>
            </a:avLst>
          </a:prstGeom>
          <a:solidFill>
            <a:srgbClr val="E0F7F8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B6"/>
                </a:solidFill>
              </a:rPr>
              <a:t>Lançamentos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32120" y="4937760"/>
            <a:ext cx="1554480" cy="365760"/>
          </a:xfrm>
          <a:prstGeom prst="rect">
            <a:avLst>
              <a:gd name="adj" fmla="val 25000"/>
            </a:avLst>
          </a:prstGeom>
          <a:solidFill>
            <a:srgbClr val="E0F7F8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EB6"/>
                </a:solidFill>
              </a:rPr>
              <a:t>B2B</a:t>
            </a:r>
            <a:endParaRPr lang="en-US" sz="9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640080"/>
            <a:ext cx="4114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EXPERIÊNCIA PROFISSIONAL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Trajetória e evolução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527048"/>
            <a:ext cx="164592" cy="164592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7764" y="1691640"/>
            <a:ext cx="9144" cy="914400"/>
          </a:xfrm>
          <a:prstGeom prst="line">
            <a:avLst/>
          </a:prstGeom>
          <a:noFill/>
          <a:ln w="19050">
            <a:solidFill>
              <a:srgbClr val="00AE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B6"/>
                </a:solidFill>
              </a:rPr>
              <a:t>Jan/2023 – Atual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Gestor de Tráfego Sênior — Autônomo / Freelancer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Gestão de múltiplas contas simultaneamente. Clientes ativos em e-commerce, info produto, B2B e serviços. ROAS médio de 12x.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761488"/>
            <a:ext cx="164592" cy="164592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7764" y="2926080"/>
            <a:ext cx="9144" cy="914400"/>
          </a:xfrm>
          <a:prstGeom prst="line">
            <a:avLst/>
          </a:prstGeom>
          <a:noFill/>
          <a:ln w="19050">
            <a:solidFill>
              <a:srgbClr val="00AEB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B6"/>
                </a:solidFill>
              </a:rPr>
              <a:t>Jun/2022 – Dez/2022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9077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Analista de Tráfego — Agência Digital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186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Gestão de contas Google Ads e Meta Ads para clientes de médio porte. Implementação de GA4 e GTM.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995928"/>
            <a:ext cx="164592" cy="164592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" y="4160520"/>
            <a:ext cx="9144" cy="914400"/>
          </a:xfrm>
          <a:prstGeom prst="line">
            <a:avLst/>
          </a:prstGeom>
          <a:noFill/>
          <a:ln w="19050">
            <a:solidFill>
              <a:srgbClr val="00AEB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64008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B6"/>
                </a:solidFill>
              </a:rPr>
              <a:t>Jan/2021 – Mai/2022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41422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Gestor de Tráfego — E-commerce Fashion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4531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Responsável pelas campanhas de mídia paga. Crescimento de 311% na receita online em campanha Black Friday.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5230368"/>
            <a:ext cx="164592" cy="164592"/>
          </a:xfrm>
          <a:prstGeom prst="ellipse">
            <a:avLst/>
          </a:prstGeom>
          <a:solidFill>
            <a:srgbClr val="00AEB6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120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EB6"/>
                </a:solidFill>
              </a:rPr>
              <a:t>Mar/2020 – Dez/2020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53766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Assistente de Marketing Digital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68756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Suporte em campanhas de Google Ads e Facebook Ads. Criação de relatórios e dashboards de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SERVIÇOS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O que ofereço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011680"/>
          </a:xfrm>
          <a:prstGeom prst="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16200000">
              <a:srgbClr val="0f2e5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Gestão de Tráfego Pago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2491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Google Ads, Meta Ads, LinkedIn Ads e Instagram Ads. Estratégia, configuração, otimização e escala de campanhas.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86400" cy="2011680"/>
          </a:xfrm>
          <a:prstGeom prst="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16200000">
              <a:srgbClr val="0f2e5a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Entendimento e Pedida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dos Criativos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72491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Briefing estratégico para criativos de alta performance. Análise de ângulos, hooks e formatos que convertem.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5486400" cy="2011680"/>
          </a:xfrm>
          <a:prstGeom prst="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16200000">
              <a:srgbClr val="0f2e5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Análise e Relatórios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01091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Dashboards em GA4, GTM e plataformas de mídia. Relatórios claros com insights acionáveis.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5486400" cy="2011680"/>
          </a:xfrm>
          <a:prstGeom prst="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50800" dir="16200000">
              <a:srgbClr val="0f2e5a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45262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93B"/>
                </a:solidFill>
              </a:rPr>
              <a:t>IA Aplicada ao Marketing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5010912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Uso de inteligência artificial para otimização de campanhas, análise de dados e automação de processos.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RESULTADOS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Números que provam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657600" cy="2057400"/>
          </a:xfrm>
          <a:prstGeom prst="rect">
            <a:avLst>
              <a:gd name="adj" fmla="val 5333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8288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EB6"/>
                </a:solidFill>
              </a:rPr>
              <a:t>R$1,6M+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por mês em mídia gerenciada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657600" cy="2057400"/>
          </a:xfrm>
          <a:prstGeom prst="rect">
            <a:avLst>
              <a:gd name="adj" fmla="val 5333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8288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EB6"/>
                </a:solidFill>
              </a:rPr>
              <a:t>ROAS 35x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maior retorno registrado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3657600" cy="2057400"/>
          </a:xfrm>
          <a:prstGeom prst="rect">
            <a:avLst>
              <a:gd name="adj" fmla="val 5333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8288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EB6"/>
                </a:solidFill>
              </a:rPr>
              <a:t>15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83880" y="2606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contas ativas simultâneas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749040"/>
            <a:ext cx="3657600" cy="2057400"/>
          </a:xfrm>
          <a:prstGeom prst="rect">
            <a:avLst>
              <a:gd name="adj" fmla="val 5333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160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EB6"/>
                </a:solidFill>
              </a:rPr>
              <a:t>23.300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1480" y="4937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conversões em um mês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3657600" cy="2057400"/>
          </a:xfrm>
          <a:prstGeom prst="rect">
            <a:avLst>
              <a:gd name="adj" fmla="val 5333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4160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EB6"/>
                </a:solidFill>
              </a:rPr>
              <a:t>144+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297680" y="4937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campanhas criadas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83880" y="3749040"/>
            <a:ext cx="3657600" cy="2057400"/>
          </a:xfrm>
          <a:prstGeom prst="rect">
            <a:avLst>
              <a:gd name="adj" fmla="val 5333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160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EB6"/>
                </a:solidFill>
              </a:rPr>
              <a:t>4+ anos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183880" y="4937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de experiência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CASE DESTAQUE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Black Friday — E-commerce Shopify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20240" cy="1005840"/>
          </a:xfrm>
          <a:prstGeom prst="rect">
            <a:avLst>
              <a:gd name="adj" fmla="val 9091"/>
            </a:avLst>
          </a:prstGeom>
          <a:solidFill>
            <a:srgbClr val="0F2E5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B6"/>
                </a:solidFill>
              </a:rPr>
              <a:t>R$51.971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Faturamento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920240" cy="1005840"/>
          </a:xfrm>
          <a:prstGeom prst="rect">
            <a:avLst>
              <a:gd name="adj" fmla="val 9091"/>
            </a:avLst>
          </a:prstGeom>
          <a:solidFill>
            <a:srgbClr val="0F2E5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B6"/>
                </a:solidFill>
              </a:rPr>
              <a:t>148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Pedidos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920240" cy="1005840"/>
          </a:xfrm>
          <a:prstGeom prst="rect">
            <a:avLst>
              <a:gd name="adj" fmla="val 9091"/>
            </a:avLst>
          </a:prstGeom>
          <a:solidFill>
            <a:srgbClr val="0F2E5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EB6"/>
                </a:solidFill>
              </a:rPr>
              <a:t>+311%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vs. ano anterior</a:t>
            </a:r>
            <a:endParaRPr lang="en-US" sz="8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651760"/>
            <a:ext cx="112471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CASES — E-COMMERCE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Resultados em lojas virtuais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1430000" cy="1097280"/>
          </a:xfrm>
          <a:prstGeom prst="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B6"/>
                </a:solidFill>
              </a:rPr>
              <a:t>Proaventura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68.599 visitas · R$277K faturamento · Google Shopping + Meta Ads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11430000" cy="1097280"/>
          </a:xfrm>
          <a:prstGeom prst="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B6"/>
                </a:solidFill>
              </a:rPr>
              <a:t>Roupas Femininas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318K visitas · R$694K faturamento · 480 vendas · ROAS consistente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11430000" cy="1097280"/>
          </a:xfrm>
          <a:prstGeom prst="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B6"/>
                </a:solidFill>
              </a:rPr>
              <a:t>Black Prime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343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em Meta Ads com foco em conversão e retargeting dinâmico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5074920"/>
            <a:ext cx="11430000" cy="1097280"/>
          </a:xfrm>
          <a:prstGeom prst="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212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EB6"/>
                </a:solidFill>
              </a:rPr>
              <a:t>Black Friday Shopify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577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R$51.971 em 1 semana · 148 pedidos · +311% vs. ano anterior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CASE — Proaventura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68.599 visitas  ·  R$277K faturamento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CASE — Roupas Femininas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318K visitas  ·  R$694K faturamento  ·  480 vendas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CASE — All Protein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R$607K faturamento  ·  Investimento R$210K  ·  Google/CPC 37,96%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CASES — INFO PRODUTO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Lançamentos e perpétuos de alto impacto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1430000" cy="1234440"/>
          </a:xfrm>
          <a:prstGeom prst="rect">
            <a:avLst>
              <a:gd name="adj" fmla="val 7407"/>
            </a:avLst>
          </a:prstGeom>
          <a:solidFill>
            <a:srgbClr val="1E3A5F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Lucia Barros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Campanhas de info produto com estrutura BLM_RGP · Otimização de CPL e CPA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11430000" cy="1234440"/>
          </a:xfrm>
          <a:prstGeom prst="rect">
            <a:avLst>
              <a:gd name="adj" fmla="val 7407"/>
            </a:avLst>
          </a:prstGeom>
          <a:solidFill>
            <a:srgbClr val="1E3A5F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Julian — LATAM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558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Campanhas em múltiplos países da América Latina · Escala internacional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11430000" cy="1234440"/>
          </a:xfrm>
          <a:prstGeom prst="rect">
            <a:avLst>
              <a:gd name="adj" fmla="val 7407"/>
            </a:avLst>
          </a:prstGeom>
          <a:solidFill>
            <a:srgbClr val="1E3A5F"/>
          </a:solidFill>
          <a:ln w="12700">
            <a:solidFill>
              <a:srgbClr val="00AE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EB6"/>
                </a:solidFill>
              </a:rPr>
              <a:t>Julian — Lançamento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7731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$10.000 USD investidos · CPL $0,39 · Faturamento $25.000 USD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CASE — Lucia Barros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Info Produto  ·  Estrutura BLM_RGP  ·  Otimização CPL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CASE — Julian LATAM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Campanhas Internacionais  ·  América Latina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CASE — Julian Lançamento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$10K USD investidos  ·  CPL $0,39  ·  Faturamento $25K USD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CASE — Black Prime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EB6"/>
                </a:solidFill>
              </a:rPr>
              <a:t>E-commerce  ·  Meta Ads  ·  Escala e conversão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11247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FERRAMENTAS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Stack de trabalho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45920"/>
            <a:ext cx="228600" cy="228600"/>
          </a:xfrm>
          <a:prstGeom prst="rect">
            <a:avLst>
              <a:gd name="adj" fmla="val 16000"/>
            </a:avLst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11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Google Ads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08760"/>
            <a:ext cx="26060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645920"/>
            <a:ext cx="228600" cy="228600"/>
          </a:xfrm>
          <a:prstGeom prst="rect">
            <a:avLst>
              <a:gd name="adj" fmla="val 16000"/>
            </a:avLst>
          </a:prstGeom>
          <a:solidFill>
            <a:srgbClr val="0866FF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011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Meta Ads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6060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45920"/>
            <a:ext cx="228600" cy="228600"/>
          </a:xfrm>
          <a:prstGeom prst="rect">
            <a:avLst>
              <a:gd name="adj" fmla="val 16000"/>
            </a:avLst>
          </a:prstGeom>
          <a:solidFill>
            <a:srgbClr val="E1306C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2011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Instagram 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1508760"/>
            <a:ext cx="26060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8280" y="1645920"/>
            <a:ext cx="228600" cy="228600"/>
          </a:xfrm>
          <a:prstGeom prst="rect">
            <a:avLst>
              <a:gd name="adj" fmla="val 16000"/>
            </a:avLst>
          </a:prstGeom>
          <a:solidFill>
            <a:srgbClr val="0A66C2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0116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LinkedIn 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060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63240"/>
            <a:ext cx="228600" cy="228600"/>
          </a:xfrm>
          <a:prstGeom prst="rect">
            <a:avLst>
              <a:gd name="adj" fmla="val 16000"/>
            </a:avLst>
          </a:prstGeom>
          <a:solidFill>
            <a:srgbClr val="F9AB0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Google Analytics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6060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063240"/>
            <a:ext cx="228600" cy="228600"/>
          </a:xfrm>
          <a:prstGeom prst="rect">
            <a:avLst>
              <a:gd name="adj" fmla="val 16000"/>
            </a:avLst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Google Tag Manager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926080"/>
            <a:ext cx="2606040" cy="1188720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063240"/>
            <a:ext cx="228600" cy="228600"/>
          </a:xfrm>
          <a:prstGeom prst="rect">
            <a:avLst>
              <a:gd name="adj" fmla="val 16000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429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IA Aplicada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EB6"/>
                </a:solidFill>
              </a:rPr>
              <a:t>CONTATO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Vamos conversar sobre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o seu projeto?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5486400" cy="1463040"/>
          </a:xfrm>
          <a:prstGeom prst="rect">
            <a:avLst>
              <a:gd name="adj" fmla="val 7500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2331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WhatsApp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+55 (11) 99999-9999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486400" cy="1463040"/>
          </a:xfrm>
          <a:prstGeom prst="rect">
            <a:avLst>
              <a:gd name="adj" fmla="val 7500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223760" y="2331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E-mail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0" y="26974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wallace@email.com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5486400" cy="1463040"/>
          </a:xfrm>
          <a:prstGeom prst="rect">
            <a:avLst>
              <a:gd name="adj" fmla="val 7500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023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Instagram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4389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@wallace_mkt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486400" cy="1463040"/>
          </a:xfrm>
          <a:prstGeom prst="rect">
            <a:avLst>
              <a:gd name="adj" fmla="val 7500"/>
            </a:avLst>
          </a:prstGeom>
          <a:solidFill>
            <a:srgbClr val="1E3A5F"/>
          </a:solidFill>
          <a:ln w="19050">
            <a:solidFill>
              <a:srgbClr val="00AE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23760" y="4023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EB6"/>
                </a:solidFill>
              </a:rPr>
              <a:t>LinkedIn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4389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linkedin.com/in/wallaceferreira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Wallace Ferreira — Gestor de Tráfego Pago &amp; Performance Marketing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2026-03-19T04:48:15Z</dcterms:created>
  <dcterms:modified xsi:type="dcterms:W3CDTF">2026-03-19T04:48:15Z</dcterms:modified>
</cp:coreProperties>
</file>